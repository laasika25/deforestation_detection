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5B003-13CA-414A-A035-827679D1E18E}" v="3" dt="2025-08-04T16:17:27.211"/>
    <p1510:client id="{D9101622-AA49-4C8B-9FA5-D596B076FA5C}" v="48" dt="2025-08-04T14:54:08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7" y="77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asika Reddy" userId="22bd9d20d324d387" providerId="LiveId" clId="{B295B003-13CA-414A-A035-827679D1E18E}"/>
    <pc:docChg chg="modSld">
      <pc:chgData name="Laasika Reddy" userId="22bd9d20d324d387" providerId="LiveId" clId="{B295B003-13CA-414A-A035-827679D1E18E}" dt="2025-08-04T16:17:09.951" v="49" actId="6549"/>
      <pc:docMkLst>
        <pc:docMk/>
      </pc:docMkLst>
      <pc:sldChg chg="modSp mod">
        <pc:chgData name="Laasika Reddy" userId="22bd9d20d324d387" providerId="LiveId" clId="{B295B003-13CA-414A-A035-827679D1E18E}" dt="2025-08-04T16:17:09.951" v="49" actId="6549"/>
        <pc:sldMkLst>
          <pc:docMk/>
          <pc:sldMk cId="3002968868" sldId="261"/>
        </pc:sldMkLst>
        <pc:spChg chg="mod">
          <ac:chgData name="Laasika Reddy" userId="22bd9d20d324d387" providerId="LiveId" clId="{B295B003-13CA-414A-A035-827679D1E18E}" dt="2025-08-04T16:17:09.951" v="49" actId="6549"/>
          <ac:spMkLst>
            <pc:docMk/>
            <pc:sldMk cId="3002968868" sldId="261"/>
            <ac:spMk id="7" creationId="{339C90D2-1A71-9641-E2B1-CD39F350FFE8}"/>
          </ac:spMkLst>
        </pc:spChg>
      </pc:sldChg>
    </pc:docChg>
  </pc:docChgLst>
  <pc:docChgLst>
    <pc:chgData name="Laasika Reddy" userId="22bd9d20d324d387" providerId="LiveId" clId="{D9101622-AA49-4C8B-9FA5-D596B076FA5C}"/>
    <pc:docChg chg="undo custSel addSld modSld">
      <pc:chgData name="Laasika Reddy" userId="22bd9d20d324d387" providerId="LiveId" clId="{D9101622-AA49-4C8B-9FA5-D596B076FA5C}" dt="2025-08-04T14:54:34.925" v="730" actId="1076"/>
      <pc:docMkLst>
        <pc:docMk/>
      </pc:docMkLst>
      <pc:sldChg chg="modSp mod">
        <pc:chgData name="Laasika Reddy" userId="22bd9d20d324d387" providerId="LiveId" clId="{D9101622-AA49-4C8B-9FA5-D596B076FA5C}" dt="2025-08-04T13:22:37.580" v="304" actId="20577"/>
        <pc:sldMkLst>
          <pc:docMk/>
          <pc:sldMk cId="564571264" sldId="258"/>
        </pc:sldMkLst>
        <pc:spChg chg="mod">
          <ac:chgData name="Laasika Reddy" userId="22bd9d20d324d387" providerId="LiveId" clId="{D9101622-AA49-4C8B-9FA5-D596B076FA5C}" dt="2025-08-04T13:11:41.118" v="58" actId="1076"/>
          <ac:spMkLst>
            <pc:docMk/>
            <pc:sldMk cId="564571264" sldId="258"/>
            <ac:spMk id="3" creationId="{2361D872-7EC7-439F-A588-B1D90CB7A92F}"/>
          </ac:spMkLst>
        </pc:spChg>
        <pc:spChg chg="mod">
          <ac:chgData name="Laasika Reddy" userId="22bd9d20d324d387" providerId="LiveId" clId="{D9101622-AA49-4C8B-9FA5-D596B076FA5C}" dt="2025-08-04T13:22:37.580" v="304" actId="20577"/>
          <ac:spMkLst>
            <pc:docMk/>
            <pc:sldMk cId="564571264" sldId="258"/>
            <ac:spMk id="4" creationId="{F734B7CC-FFF3-8855-6DD7-9CEEEB357892}"/>
          </ac:spMkLst>
        </pc:spChg>
      </pc:sldChg>
      <pc:sldChg chg="addSp modSp mod">
        <pc:chgData name="Laasika Reddy" userId="22bd9d20d324d387" providerId="LiveId" clId="{D9101622-AA49-4C8B-9FA5-D596B076FA5C}" dt="2025-08-04T13:12:22.699" v="65" actId="1076"/>
        <pc:sldMkLst>
          <pc:docMk/>
          <pc:sldMk cId="2706790016" sldId="259"/>
        </pc:sldMkLst>
        <pc:spChg chg="add mod">
          <ac:chgData name="Laasika Reddy" userId="22bd9d20d324d387" providerId="LiveId" clId="{D9101622-AA49-4C8B-9FA5-D596B076FA5C}" dt="2025-08-04T13:12:22.699" v="65" actId="1076"/>
          <ac:spMkLst>
            <pc:docMk/>
            <pc:sldMk cId="2706790016" sldId="259"/>
            <ac:spMk id="2" creationId="{8EC81B3B-72C8-0994-9CE6-BD101B70B9D6}"/>
          </ac:spMkLst>
        </pc:spChg>
        <pc:spChg chg="mod">
          <ac:chgData name="Laasika Reddy" userId="22bd9d20d324d387" providerId="LiveId" clId="{D9101622-AA49-4C8B-9FA5-D596B076FA5C}" dt="2025-08-04T13:07:50.128" v="34" actId="403"/>
          <ac:spMkLst>
            <pc:docMk/>
            <pc:sldMk cId="2706790016" sldId="259"/>
            <ac:spMk id="3" creationId="{2361D872-7EC7-439F-A588-B1D90CB7A92F}"/>
          </ac:spMkLst>
        </pc:spChg>
        <pc:picChg chg="add mod">
          <ac:chgData name="Laasika Reddy" userId="22bd9d20d324d387" providerId="LiveId" clId="{D9101622-AA49-4C8B-9FA5-D596B076FA5C}" dt="2025-08-04T13:09:40.463" v="53" actId="1076"/>
          <ac:picMkLst>
            <pc:docMk/>
            <pc:sldMk cId="2706790016" sldId="259"/>
            <ac:picMk id="5" creationId="{BACED3F5-2A94-65E5-A047-E9F41702A751}"/>
          </ac:picMkLst>
        </pc:picChg>
      </pc:sldChg>
      <pc:sldChg chg="addSp modSp mod">
        <pc:chgData name="Laasika Reddy" userId="22bd9d20d324d387" providerId="LiveId" clId="{D9101622-AA49-4C8B-9FA5-D596B076FA5C}" dt="2025-08-04T13:16:01.587" v="99" actId="123"/>
        <pc:sldMkLst>
          <pc:docMk/>
          <pc:sldMk cId="31965923" sldId="260"/>
        </pc:sldMkLst>
        <pc:spChg chg="add mod">
          <ac:chgData name="Laasika Reddy" userId="22bd9d20d324d387" providerId="LiveId" clId="{D9101622-AA49-4C8B-9FA5-D596B076FA5C}" dt="2025-08-04T13:16:01.587" v="99" actId="123"/>
          <ac:spMkLst>
            <pc:docMk/>
            <pc:sldMk cId="31965923" sldId="260"/>
            <ac:spMk id="2" creationId="{711CB7D2-D283-1E6D-D907-3A583A900384}"/>
          </ac:spMkLst>
        </pc:spChg>
        <pc:spChg chg="add mod">
          <ac:chgData name="Laasika Reddy" userId="22bd9d20d324d387" providerId="LiveId" clId="{D9101622-AA49-4C8B-9FA5-D596B076FA5C}" dt="2025-08-04T13:14:42.762" v="77" actId="1076"/>
          <ac:spMkLst>
            <pc:docMk/>
            <pc:sldMk cId="31965923" sldId="260"/>
            <ac:spMk id="4" creationId="{84CD3824-3433-EA86-F3FB-B3EBC629F7AF}"/>
          </ac:spMkLst>
        </pc:spChg>
        <pc:spChg chg="add mod">
          <ac:chgData name="Laasika Reddy" userId="22bd9d20d324d387" providerId="LiveId" clId="{D9101622-AA49-4C8B-9FA5-D596B076FA5C}" dt="2025-08-04T13:14:42.762" v="77" actId="1076"/>
          <ac:spMkLst>
            <pc:docMk/>
            <pc:sldMk cId="31965923" sldId="260"/>
            <ac:spMk id="5" creationId="{7324AA75-6CCA-52A4-91AA-C372F3BB9DD0}"/>
          </ac:spMkLst>
        </pc:spChg>
        <pc:spChg chg="add mod">
          <ac:chgData name="Laasika Reddy" userId="22bd9d20d324d387" providerId="LiveId" clId="{D9101622-AA49-4C8B-9FA5-D596B076FA5C}" dt="2025-08-04T13:14:42.762" v="77" actId="1076"/>
          <ac:spMkLst>
            <pc:docMk/>
            <pc:sldMk cId="31965923" sldId="260"/>
            <ac:spMk id="6" creationId="{95B1EBC0-C967-CF7A-1AA3-150EEB713947}"/>
          </ac:spMkLst>
        </pc:spChg>
      </pc:sldChg>
      <pc:sldChg chg="addSp delSp modSp mod">
        <pc:chgData name="Laasika Reddy" userId="22bd9d20d324d387" providerId="LiveId" clId="{D9101622-AA49-4C8B-9FA5-D596B076FA5C}" dt="2025-08-04T13:27:02.228" v="324" actId="20577"/>
        <pc:sldMkLst>
          <pc:docMk/>
          <pc:sldMk cId="3002968868" sldId="261"/>
        </pc:sldMkLst>
        <pc:spChg chg="add del mod">
          <ac:chgData name="Laasika Reddy" userId="22bd9d20d324d387" providerId="LiveId" clId="{D9101622-AA49-4C8B-9FA5-D596B076FA5C}" dt="2025-08-04T13:16:46.931" v="104"/>
          <ac:spMkLst>
            <pc:docMk/>
            <pc:sldMk cId="3002968868" sldId="261"/>
            <ac:spMk id="2" creationId="{79ACEA8E-2C61-D7FD-A5C4-DC16A84B5545}"/>
          </ac:spMkLst>
        </pc:spChg>
        <pc:spChg chg="add mod">
          <ac:chgData name="Laasika Reddy" userId="22bd9d20d324d387" providerId="LiveId" clId="{D9101622-AA49-4C8B-9FA5-D596B076FA5C}" dt="2025-08-04T13:26:44.988" v="306" actId="1076"/>
          <ac:spMkLst>
            <pc:docMk/>
            <pc:sldMk cId="3002968868" sldId="261"/>
            <ac:spMk id="4" creationId="{208B56F4-DF7E-B3C2-DD86-6ACBCAE8F145}"/>
          </ac:spMkLst>
        </pc:spChg>
        <pc:spChg chg="add mod">
          <ac:chgData name="Laasika Reddy" userId="22bd9d20d324d387" providerId="LiveId" clId="{D9101622-AA49-4C8B-9FA5-D596B076FA5C}" dt="2025-08-04T13:27:02.228" v="324" actId="20577"/>
          <ac:spMkLst>
            <pc:docMk/>
            <pc:sldMk cId="3002968868" sldId="261"/>
            <ac:spMk id="7" creationId="{339C90D2-1A71-9641-E2B1-CD39F350FFE8}"/>
          </ac:spMkLst>
        </pc:spChg>
        <pc:picChg chg="add mod">
          <ac:chgData name="Laasika Reddy" userId="22bd9d20d324d387" providerId="LiveId" clId="{D9101622-AA49-4C8B-9FA5-D596B076FA5C}" dt="2025-08-04T13:26:47.463" v="307" actId="1076"/>
          <ac:picMkLst>
            <pc:docMk/>
            <pc:sldMk cId="3002968868" sldId="261"/>
            <ac:picMk id="6" creationId="{8BC02EE7-B15C-CEC3-F352-40059BE0F083}"/>
          </ac:picMkLst>
        </pc:picChg>
      </pc:sldChg>
      <pc:sldChg chg="addSp delSp modSp mod">
        <pc:chgData name="Laasika Reddy" userId="22bd9d20d324d387" providerId="LiveId" clId="{D9101622-AA49-4C8B-9FA5-D596B076FA5C}" dt="2025-08-04T14:52:24.476" v="697" actId="1076"/>
        <pc:sldMkLst>
          <pc:docMk/>
          <pc:sldMk cId="151988358" sldId="262"/>
        </pc:sldMkLst>
        <pc:spChg chg="add del mod">
          <ac:chgData name="Laasika Reddy" userId="22bd9d20d324d387" providerId="LiveId" clId="{D9101622-AA49-4C8B-9FA5-D596B076FA5C}" dt="2025-08-04T14:49:51.147" v="616" actId="21"/>
          <ac:spMkLst>
            <pc:docMk/>
            <pc:sldMk cId="151988358" sldId="262"/>
            <ac:spMk id="2" creationId="{0516D232-194E-131B-8BCC-33AE0F9622DA}"/>
          </ac:spMkLst>
        </pc:spChg>
        <pc:spChg chg="mod">
          <ac:chgData name="Laasika Reddy" userId="22bd9d20d324d387" providerId="LiveId" clId="{D9101622-AA49-4C8B-9FA5-D596B076FA5C}" dt="2025-08-04T14:50:17" v="624" actId="1076"/>
          <ac:spMkLst>
            <pc:docMk/>
            <pc:sldMk cId="151988358" sldId="262"/>
            <ac:spMk id="3" creationId="{2361D872-7EC7-439F-A588-B1D90CB7A92F}"/>
          </ac:spMkLst>
        </pc:spChg>
        <pc:spChg chg="add mod">
          <ac:chgData name="Laasika Reddy" userId="22bd9d20d324d387" providerId="LiveId" clId="{D9101622-AA49-4C8B-9FA5-D596B076FA5C}" dt="2025-08-04T14:52:18.605" v="694" actId="255"/>
          <ac:spMkLst>
            <pc:docMk/>
            <pc:sldMk cId="151988358" sldId="262"/>
            <ac:spMk id="4" creationId="{49EA7A82-AB92-94B6-C933-1F848A7513D7}"/>
          </ac:spMkLst>
        </pc:spChg>
        <pc:spChg chg="add mod">
          <ac:chgData name="Laasika Reddy" userId="22bd9d20d324d387" providerId="LiveId" clId="{D9101622-AA49-4C8B-9FA5-D596B076FA5C}" dt="2025-08-04T14:50:28.870" v="627" actId="1076"/>
          <ac:spMkLst>
            <pc:docMk/>
            <pc:sldMk cId="151988358" sldId="262"/>
            <ac:spMk id="5" creationId="{6A86D83B-3D4E-433B-10ED-B3A0E4A82C9E}"/>
          </ac:spMkLst>
        </pc:spChg>
        <pc:spChg chg="add del mod">
          <ac:chgData name="Laasika Reddy" userId="22bd9d20d324d387" providerId="LiveId" clId="{D9101622-AA49-4C8B-9FA5-D596B076FA5C}" dt="2025-08-04T14:52:20.097" v="696"/>
          <ac:spMkLst>
            <pc:docMk/>
            <pc:sldMk cId="151988358" sldId="262"/>
            <ac:spMk id="6" creationId="{D3FB51D5-671B-0F05-EC9C-5D5EC5CC7A61}"/>
          </ac:spMkLst>
        </pc:spChg>
        <pc:spChg chg="add mod">
          <ac:chgData name="Laasika Reddy" userId="22bd9d20d324d387" providerId="LiveId" clId="{D9101622-AA49-4C8B-9FA5-D596B076FA5C}" dt="2025-08-04T14:52:24.476" v="697" actId="1076"/>
          <ac:spMkLst>
            <pc:docMk/>
            <pc:sldMk cId="151988358" sldId="262"/>
            <ac:spMk id="7" creationId="{3CE7C182-7E5A-7D3C-0D81-CD90E8C63D72}"/>
          </ac:spMkLst>
        </pc:spChg>
      </pc:sldChg>
      <pc:sldChg chg="addSp modSp mod">
        <pc:chgData name="Laasika Reddy" userId="22bd9d20d324d387" providerId="LiveId" clId="{D9101622-AA49-4C8B-9FA5-D596B076FA5C}" dt="2025-08-04T13:29:54.863" v="349" actId="20577"/>
        <pc:sldMkLst>
          <pc:docMk/>
          <pc:sldMk cId="1635949419" sldId="263"/>
        </pc:sldMkLst>
        <pc:spChg chg="add mod">
          <ac:chgData name="Laasika Reddy" userId="22bd9d20d324d387" providerId="LiveId" clId="{D9101622-AA49-4C8B-9FA5-D596B076FA5C}" dt="2025-08-04T13:29:54.863" v="349" actId="20577"/>
          <ac:spMkLst>
            <pc:docMk/>
            <pc:sldMk cId="1635949419" sldId="263"/>
            <ac:spMk id="2" creationId="{ED598EEB-2C88-8A6D-D079-4C6726F44E01}"/>
          </ac:spMkLst>
        </pc:spChg>
        <pc:picChg chg="add mod">
          <ac:chgData name="Laasika Reddy" userId="22bd9d20d324d387" providerId="LiveId" clId="{D9101622-AA49-4C8B-9FA5-D596B076FA5C}" dt="2025-08-04T13:29:21.120" v="341" actId="1076"/>
          <ac:picMkLst>
            <pc:docMk/>
            <pc:sldMk cId="1635949419" sldId="263"/>
            <ac:picMk id="5" creationId="{814F80E3-6E18-0610-C5F6-D4F27C29ADE3}"/>
          </ac:picMkLst>
        </pc:picChg>
      </pc:sldChg>
      <pc:sldChg chg="addSp delSp modSp add mod">
        <pc:chgData name="Laasika Reddy" userId="22bd9d20d324d387" providerId="LiveId" clId="{D9101622-AA49-4C8B-9FA5-D596B076FA5C}" dt="2025-08-04T14:54:34.925" v="730" actId="1076"/>
        <pc:sldMkLst>
          <pc:docMk/>
          <pc:sldMk cId="3727494235" sldId="264"/>
        </pc:sldMkLst>
        <pc:spChg chg="mod">
          <ac:chgData name="Laasika Reddy" userId="22bd9d20d324d387" providerId="LiveId" clId="{D9101622-AA49-4C8B-9FA5-D596B076FA5C}" dt="2025-08-04T14:54:34.925" v="730" actId="1076"/>
          <ac:spMkLst>
            <pc:docMk/>
            <pc:sldMk cId="3727494235" sldId="264"/>
            <ac:spMk id="2" creationId="{097D514A-881B-C53D-32CB-F975305416B6}"/>
          </ac:spMkLst>
        </pc:spChg>
        <pc:picChg chg="del">
          <ac:chgData name="Laasika Reddy" userId="22bd9d20d324d387" providerId="LiveId" clId="{D9101622-AA49-4C8B-9FA5-D596B076FA5C}" dt="2025-08-04T14:53:48.766" v="719" actId="478"/>
          <ac:picMkLst>
            <pc:docMk/>
            <pc:sldMk cId="3727494235" sldId="264"/>
            <ac:picMk id="5" creationId="{14AA1AC7-B73D-2F81-7FEC-9A2279F939A7}"/>
          </ac:picMkLst>
        </pc:picChg>
        <pc:picChg chg="add mod">
          <ac:chgData name="Laasika Reddy" userId="22bd9d20d324d387" providerId="LiveId" clId="{D9101622-AA49-4C8B-9FA5-D596B076FA5C}" dt="2025-08-04T14:54:31.923" v="729" actId="1076"/>
          <ac:picMkLst>
            <pc:docMk/>
            <pc:sldMk cId="3727494235" sldId="264"/>
            <ac:picMk id="6" creationId="{F7D4EA87-79DA-174F-F7E8-30A6236B5915}"/>
          </ac:picMkLst>
        </pc:picChg>
      </pc:sldChg>
      <pc:sldChg chg="addSp delSp modSp add mod">
        <pc:chgData name="Laasika Reddy" userId="22bd9d20d324d387" providerId="LiveId" clId="{D9101622-AA49-4C8B-9FA5-D596B076FA5C}" dt="2025-08-04T14:33:59.256" v="455" actId="1076"/>
        <pc:sldMkLst>
          <pc:docMk/>
          <pc:sldMk cId="4004198588" sldId="265"/>
        </pc:sldMkLst>
        <pc:spChg chg="del mod">
          <ac:chgData name="Laasika Reddy" userId="22bd9d20d324d387" providerId="LiveId" clId="{D9101622-AA49-4C8B-9FA5-D596B076FA5C}" dt="2025-08-04T14:32:45.235" v="422"/>
          <ac:spMkLst>
            <pc:docMk/>
            <pc:sldMk cId="4004198588" sldId="265"/>
            <ac:spMk id="2" creationId="{45F427D0-50B4-9149-418F-09B638932C66}"/>
          </ac:spMkLst>
        </pc:spChg>
        <pc:spChg chg="add mod">
          <ac:chgData name="Laasika Reddy" userId="22bd9d20d324d387" providerId="LiveId" clId="{D9101622-AA49-4C8B-9FA5-D596B076FA5C}" dt="2025-08-04T14:33:59.256" v="455" actId="1076"/>
          <ac:spMkLst>
            <pc:docMk/>
            <pc:sldMk cId="4004198588" sldId="265"/>
            <ac:spMk id="7" creationId="{2DB244CA-1E0B-F47D-1F1B-E6BE15C39E49}"/>
          </ac:spMkLst>
        </pc:spChg>
        <pc:picChg chg="del">
          <ac:chgData name="Laasika Reddy" userId="22bd9d20d324d387" providerId="LiveId" clId="{D9101622-AA49-4C8B-9FA5-D596B076FA5C}" dt="2025-08-04T14:32:45.234" v="420" actId="478"/>
          <ac:picMkLst>
            <pc:docMk/>
            <pc:sldMk cId="4004198588" sldId="265"/>
            <ac:picMk id="5" creationId="{D2643673-9C4C-F787-B55F-30B1CFADC697}"/>
          </ac:picMkLst>
        </pc:picChg>
        <pc:picChg chg="add mod">
          <ac:chgData name="Laasika Reddy" userId="22bd9d20d324d387" providerId="LiveId" clId="{D9101622-AA49-4C8B-9FA5-D596B076FA5C}" dt="2025-08-04T14:32:55.660" v="426" actId="1076"/>
          <ac:picMkLst>
            <pc:docMk/>
            <pc:sldMk cId="4004198588" sldId="265"/>
            <ac:picMk id="6" creationId="{69FC6DE3-2BF5-114E-9487-785363EC6F8F}"/>
          </ac:picMkLst>
        </pc:picChg>
      </pc:sldChg>
      <pc:sldChg chg="addSp delSp modSp add mod">
        <pc:chgData name="Laasika Reddy" userId="22bd9d20d324d387" providerId="LiveId" clId="{D9101622-AA49-4C8B-9FA5-D596B076FA5C}" dt="2025-08-04T14:53:39.592" v="718" actId="20577"/>
        <pc:sldMkLst>
          <pc:docMk/>
          <pc:sldMk cId="176553633" sldId="266"/>
        </pc:sldMkLst>
        <pc:spChg chg="add mod">
          <ac:chgData name="Laasika Reddy" userId="22bd9d20d324d387" providerId="LiveId" clId="{D9101622-AA49-4C8B-9FA5-D596B076FA5C}" dt="2025-08-04T14:53:39.592" v="718" actId="20577"/>
          <ac:spMkLst>
            <pc:docMk/>
            <pc:sldMk cId="176553633" sldId="266"/>
            <ac:spMk id="5" creationId="{23B78861-04D3-62CB-BE4F-3E880858563A}"/>
          </ac:spMkLst>
        </pc:spChg>
        <pc:spChg chg="del mod">
          <ac:chgData name="Laasika Reddy" userId="22bd9d20d324d387" providerId="LiveId" clId="{D9101622-AA49-4C8B-9FA5-D596B076FA5C}" dt="2025-08-04T14:38:43.707" v="460"/>
          <ac:spMkLst>
            <pc:docMk/>
            <pc:sldMk cId="176553633" sldId="266"/>
            <ac:spMk id="7" creationId="{D4AC5656-7F6C-F266-3020-6DE99AFFD6A3}"/>
          </ac:spMkLst>
        </pc:spChg>
        <pc:picChg chg="add mod">
          <ac:chgData name="Laasika Reddy" userId="22bd9d20d324d387" providerId="LiveId" clId="{D9101622-AA49-4C8B-9FA5-D596B076FA5C}" dt="2025-08-04T14:39:00.849" v="468" actId="14100"/>
          <ac:picMkLst>
            <pc:docMk/>
            <pc:sldMk cId="176553633" sldId="266"/>
            <ac:picMk id="4" creationId="{D7C60701-A24E-3204-CFAC-63B4BA6CDDA6}"/>
          </ac:picMkLst>
        </pc:picChg>
        <pc:picChg chg="del">
          <ac:chgData name="Laasika Reddy" userId="22bd9d20d324d387" providerId="LiveId" clId="{D9101622-AA49-4C8B-9FA5-D596B076FA5C}" dt="2025-08-04T14:38:40.038" v="457" actId="478"/>
          <ac:picMkLst>
            <pc:docMk/>
            <pc:sldMk cId="176553633" sldId="266"/>
            <ac:picMk id="6" creationId="{9D45078E-7FB8-132A-D5ED-9B54BC23253E}"/>
          </ac:picMkLst>
        </pc:picChg>
      </pc:sldChg>
      <pc:sldChg chg="addSp delSp modSp add mod">
        <pc:chgData name="Laasika Reddy" userId="22bd9d20d324d387" providerId="LiveId" clId="{D9101622-AA49-4C8B-9FA5-D596B076FA5C}" dt="2025-08-04T14:41:58.664" v="600" actId="1076"/>
        <pc:sldMkLst>
          <pc:docMk/>
          <pc:sldMk cId="1527379414" sldId="267"/>
        </pc:sldMkLst>
        <pc:spChg chg="mod">
          <ac:chgData name="Laasika Reddy" userId="22bd9d20d324d387" providerId="LiveId" clId="{D9101622-AA49-4C8B-9FA5-D596B076FA5C}" dt="2025-08-04T14:41:58.664" v="600" actId="1076"/>
          <ac:spMkLst>
            <pc:docMk/>
            <pc:sldMk cId="1527379414" sldId="267"/>
            <ac:spMk id="5" creationId="{2AABF7EC-9BE3-CDF2-33BB-12F056D7FD70}"/>
          </ac:spMkLst>
        </pc:spChg>
        <pc:picChg chg="del">
          <ac:chgData name="Laasika Reddy" userId="22bd9d20d324d387" providerId="LiveId" clId="{D9101622-AA49-4C8B-9FA5-D596B076FA5C}" dt="2025-08-04T14:40:40.701" v="518" actId="478"/>
          <ac:picMkLst>
            <pc:docMk/>
            <pc:sldMk cId="1527379414" sldId="267"/>
            <ac:picMk id="4" creationId="{667A7FA0-2166-7000-4A22-22DF0EA0E2FA}"/>
          </ac:picMkLst>
        </pc:picChg>
        <pc:picChg chg="add mod">
          <ac:chgData name="Laasika Reddy" userId="22bd9d20d324d387" providerId="LiveId" clId="{D9101622-AA49-4C8B-9FA5-D596B076FA5C}" dt="2025-08-04T14:41:54.263" v="599" actId="14100"/>
          <ac:picMkLst>
            <pc:docMk/>
            <pc:sldMk cId="1527379414" sldId="267"/>
            <ac:picMk id="6" creationId="{86F39058-2172-346C-6DA3-44F58AB1D2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asika25/Deforestation_Detec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5038532" y="2191577"/>
            <a:ext cx="64474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Deforestation Detection</a:t>
            </a:r>
            <a:br>
              <a:rPr lang="en-IN" sz="40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40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  (Fire Classification)</a:t>
            </a:r>
            <a:endParaRPr lang="en-US" sz="6600" b="1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853538-E9CD-E380-BA01-9B3A51F80D2F}"/>
              </a:ext>
            </a:extLst>
          </p:cNvPr>
          <p:cNvSpPr txBox="1"/>
          <p:nvPr/>
        </p:nvSpPr>
        <p:spPr>
          <a:xfrm>
            <a:off x="6277095" y="4144493"/>
            <a:ext cx="524380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Name:- Laasika Reddy Anuga</a:t>
            </a:r>
            <a:br>
              <a:rPr lang="en-US" sz="24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Student ID:- 2320040069</a:t>
            </a:r>
            <a:br>
              <a:rPr lang="en-US" sz="24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AICTE ID : STU6824a039374ef1747230777</a:t>
            </a:r>
            <a:endParaRPr lang="en-IN" sz="2400" dirty="0">
              <a:solidFill>
                <a:schemeClr val="bg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2C3B914-CB31-D939-E097-02FFBC83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" y="1728844"/>
            <a:ext cx="6654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an ML-based system that can detect and classify fire incidents using satellite data.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year-wise trends and patterns using exploratory data analysis.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1800" dirty="0"/>
              <a:t>To preprocess and clean real-world datasets for accurate model training.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Experimenting with different algorithms (Logistic Regression, KNN, Random Forest, etc.) and compare their performance.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Deploying the best-performing model for future use in real-time forest fire monitoring.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34B7CC-FFF3-8855-6DD7-9CEEEB357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03" y="1602105"/>
            <a:ext cx="11142794" cy="4689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Tools &amp; Platforms Used:</a:t>
            </a:r>
            <a:br>
              <a:rPr lang="en-IN" dirty="0"/>
            </a:br>
            <a:r>
              <a:rPr lang="en-IN" dirty="0"/>
              <a:t>• Google </a:t>
            </a:r>
            <a:r>
              <a:rPr lang="en-IN" dirty="0" err="1"/>
              <a:t>Colab</a:t>
            </a:r>
            <a:r>
              <a:rPr lang="en-IN" dirty="0"/>
              <a:t> – to write and run my code online</a:t>
            </a:r>
            <a:br>
              <a:rPr lang="en-IN" dirty="0"/>
            </a:br>
            <a:r>
              <a:rPr lang="en-IN" dirty="0"/>
              <a:t>• VS Code – for coding and managing project files</a:t>
            </a:r>
            <a:br>
              <a:rPr lang="en-IN" dirty="0"/>
            </a:br>
            <a:r>
              <a:rPr lang="en-IN" dirty="0"/>
              <a:t>• Python 3.x – main programming language</a:t>
            </a:r>
          </a:p>
          <a:p>
            <a:endParaRPr lang="en-IN" dirty="0"/>
          </a:p>
          <a:p>
            <a:r>
              <a:rPr lang="en-IN" b="1" dirty="0"/>
              <a:t>Libraries &amp; Frameworks:</a:t>
            </a:r>
            <a:br>
              <a:rPr lang="en-IN" dirty="0"/>
            </a:br>
            <a:r>
              <a:rPr lang="en-IN" b="1" dirty="0"/>
              <a:t>Data Handling:</a:t>
            </a:r>
            <a:r>
              <a:rPr lang="en-IN" dirty="0"/>
              <a:t> pandas, </a:t>
            </a:r>
            <a:r>
              <a:rPr lang="en-IN" dirty="0" err="1"/>
              <a:t>numpy</a:t>
            </a:r>
            <a:br>
              <a:rPr lang="en-IN" dirty="0"/>
            </a:br>
            <a:r>
              <a:rPr lang="en-IN" b="1" dirty="0"/>
              <a:t>Visualization:</a:t>
            </a:r>
            <a:r>
              <a:rPr lang="en-IN" dirty="0"/>
              <a:t> matplotlib, seaborn, folium</a:t>
            </a:r>
            <a:br>
              <a:rPr lang="en-IN" dirty="0"/>
            </a:br>
            <a:r>
              <a:rPr lang="en-IN" b="1" dirty="0"/>
              <a:t>Preprocessing:</a:t>
            </a:r>
            <a:r>
              <a:rPr lang="en-IN" dirty="0"/>
              <a:t> </a:t>
            </a:r>
            <a:r>
              <a:rPr lang="en-IN" dirty="0" err="1"/>
              <a:t>StandardScaler</a:t>
            </a:r>
            <a:r>
              <a:rPr lang="en-IN" dirty="0"/>
              <a:t>, </a:t>
            </a:r>
            <a:r>
              <a:rPr lang="en-IN" dirty="0" err="1"/>
              <a:t>LabelEncoder</a:t>
            </a:r>
            <a:r>
              <a:rPr lang="en-IN" dirty="0"/>
              <a:t>, </a:t>
            </a:r>
            <a:r>
              <a:rPr lang="en-IN" dirty="0" err="1"/>
              <a:t>OneHotEncoder</a:t>
            </a:r>
            <a:r>
              <a:rPr lang="en-IN" dirty="0"/>
              <a:t> (</a:t>
            </a:r>
            <a:r>
              <a:rPr lang="en-IN" dirty="0" err="1"/>
              <a:t>sklearn</a:t>
            </a:r>
            <a:r>
              <a:rPr lang="en-IN" dirty="0"/>
              <a:t>), SMOTE (imbalanced-learn)</a:t>
            </a:r>
            <a:br>
              <a:rPr lang="en-IN" dirty="0"/>
            </a:br>
            <a:r>
              <a:rPr lang="en-IN" b="1" dirty="0"/>
              <a:t>Machine Learning Algorithms Used:</a:t>
            </a:r>
            <a:br>
              <a:rPr lang="en-IN" dirty="0"/>
            </a:br>
            <a:r>
              <a:rPr lang="en-IN" dirty="0"/>
              <a:t> – Logistic Regression</a:t>
            </a:r>
            <a:br>
              <a:rPr lang="en-IN" dirty="0"/>
            </a:br>
            <a:r>
              <a:rPr lang="en-IN" dirty="0"/>
              <a:t> – Decision Tree</a:t>
            </a:r>
            <a:br>
              <a:rPr lang="en-IN" dirty="0"/>
            </a:br>
            <a:r>
              <a:rPr lang="en-IN" dirty="0"/>
              <a:t> – Random Forest</a:t>
            </a:r>
            <a:br>
              <a:rPr lang="en-IN" dirty="0"/>
            </a:br>
            <a:r>
              <a:rPr lang="en-IN" dirty="0"/>
              <a:t> – K-Nearest </a:t>
            </a:r>
            <a:r>
              <a:rPr lang="en-IN" dirty="0" err="1"/>
              <a:t>Neighbors</a:t>
            </a:r>
            <a:r>
              <a:rPr lang="en-IN" dirty="0"/>
              <a:t> (KNN)</a:t>
            </a:r>
            <a:br>
              <a:rPr lang="en-IN" dirty="0"/>
            </a:br>
            <a:r>
              <a:rPr lang="en-IN" dirty="0"/>
              <a:t> – </a:t>
            </a:r>
            <a:r>
              <a:rPr lang="en-IN" dirty="0" err="1"/>
              <a:t>XGBoost</a:t>
            </a:r>
            <a:r>
              <a:rPr lang="en-IN" dirty="0"/>
              <a:t> (</a:t>
            </a:r>
            <a:r>
              <a:rPr lang="en-IN" dirty="0" err="1"/>
              <a:t>XGBClassifier</a:t>
            </a:r>
            <a:r>
              <a:rPr lang="en-IN" dirty="0"/>
              <a:t>)</a:t>
            </a:r>
            <a:br>
              <a:rPr lang="en-IN" dirty="0"/>
            </a:br>
            <a:r>
              <a:rPr lang="en-IN" b="1" dirty="0"/>
              <a:t>Model Evaluation:</a:t>
            </a:r>
            <a:r>
              <a:rPr lang="en-IN" dirty="0"/>
              <a:t> </a:t>
            </a:r>
            <a:r>
              <a:rPr lang="en-IN" dirty="0" err="1"/>
              <a:t>accuracy_score</a:t>
            </a:r>
            <a:r>
              <a:rPr lang="en-IN" dirty="0"/>
              <a:t>, </a:t>
            </a:r>
            <a:r>
              <a:rPr lang="en-IN" dirty="0" err="1"/>
              <a:t>classification_report</a:t>
            </a:r>
            <a:r>
              <a:rPr lang="en-IN" dirty="0"/>
              <a:t>, </a:t>
            </a:r>
            <a:r>
              <a:rPr lang="en-IN" dirty="0" err="1"/>
              <a:t>ConfusionMatrixDisplay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96348" y="1054969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Methodology</a:t>
            </a:r>
            <a:r>
              <a:rPr lang="en-US" sz="2400" b="1" dirty="0">
                <a:solidFill>
                  <a:srgbClr val="213163"/>
                </a:solidFill>
              </a:rPr>
              <a:t> </a:t>
            </a:r>
            <a:endParaRPr lang="en-IN" sz="24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81B3B-72C8-0994-9CE6-BD101B70B9D6}"/>
              </a:ext>
            </a:extLst>
          </p:cNvPr>
          <p:cNvSpPr txBox="1"/>
          <p:nvPr/>
        </p:nvSpPr>
        <p:spPr>
          <a:xfrm>
            <a:off x="457200" y="2071396"/>
            <a:ext cx="65136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Collected satellite fire datasets from 2021–2023.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Combined and cleaned the data (removed noise, handled duplicates/outliers).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Explored the data through visualizations to understand trends and patterns.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Converted categorical columns and scaled numerical features.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Balanced the dataset using SMOTE.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Split the data into training and testing sets.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Trained multiple machine learning models.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Evaluated and identified the best-performing model.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Saved the selected model for future deployment.</a:t>
            </a:r>
          </a:p>
          <a:p>
            <a:pPr algn="just"/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CED3F5-2A94-65E5-A047-E9F41702A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801" y="2512843"/>
            <a:ext cx="4763165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1CB7D2-D283-1E6D-D907-3A583A900384}"/>
              </a:ext>
            </a:extLst>
          </p:cNvPr>
          <p:cNvSpPr txBox="1"/>
          <p:nvPr/>
        </p:nvSpPr>
        <p:spPr>
          <a:xfrm>
            <a:off x="399662" y="1888477"/>
            <a:ext cx="11087488" cy="314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Forest fires cause massive environmental loss and contribute to large-scale deforestation.</a:t>
            </a:r>
            <a:br>
              <a:rPr lang="en-US" sz="2000" dirty="0"/>
            </a:br>
            <a:r>
              <a:rPr lang="en-US" sz="2000" dirty="0"/>
              <a:t>Traditional fire monitoring methods are often manual, slow, and unable to provide real-time alerts across large areas.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There is a need for an intelligent system that can automatically detect and classify fire events using satellite data to support faster response and better forest management.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Example:- “Instead of waiting for someone to </a:t>
            </a:r>
            <a:r>
              <a:rPr lang="en-US" sz="2000" i="1" dirty="0"/>
              <a:t>see smoke</a:t>
            </a:r>
            <a:r>
              <a:rPr lang="en-US" sz="2000" dirty="0"/>
              <a:t> and report a fire, we want a machine learning model that looks at satellite data and can </a:t>
            </a:r>
            <a:r>
              <a:rPr lang="en-US" sz="2000" b="1" dirty="0"/>
              <a:t>instantly tell whether a fire detected is normal, moderate, or severe</a:t>
            </a:r>
            <a:r>
              <a:rPr lang="en-US" sz="2000" dirty="0"/>
              <a:t>, helping authorities act on time and reduce deforestation.”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8B56F4-DF7E-B3C2-DD86-6ACBCAE8F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1" y="1970337"/>
            <a:ext cx="56292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machine learning-based classification system that uses satellite fire data (MODIS) to automatically detect and categorize fire events.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data cleaning, feature engineering, and visual analysis to understand fire patterns and prepare quality input for the model.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algorithms like Random Forest and Decision Tree to accurately classify fire based on brightness, FRP, confidence, etc.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and save the best-performing model so it can be used in the future for real-time monitoring of forest fires, helping reduce deforestation.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02EE7-B15C-CEC3-F352-40059BE0F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5" y="1855782"/>
            <a:ext cx="5067299" cy="3530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9C90D2-1A71-9641-E2B1-CD39F350FFE8}"/>
              </a:ext>
            </a:extLst>
          </p:cNvPr>
          <p:cNvSpPr txBox="1"/>
          <p:nvPr/>
        </p:nvSpPr>
        <p:spPr>
          <a:xfrm>
            <a:off x="2038350" y="6124575"/>
            <a:ext cx="7568097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GitHub Repo:- </a:t>
            </a:r>
            <a:r>
              <a:rPr lang="en-US" dirty="0">
                <a:hlinkClick r:id="rId3"/>
              </a:rPr>
              <a:t>https://github.com/laasika25/Deforestation_Detection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98EEB-2C88-8A6D-D079-4C6726F44E01}"/>
              </a:ext>
            </a:extLst>
          </p:cNvPr>
          <p:cNvSpPr txBox="1"/>
          <p:nvPr/>
        </p:nvSpPr>
        <p:spPr>
          <a:xfrm>
            <a:off x="627916" y="1733550"/>
            <a:ext cx="144783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Libraries: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F80E3-6E18-0610-C5F6-D4F27C29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16" y="2392234"/>
            <a:ext cx="1051706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2E3A-C1E6-C655-9BA4-A0F30C08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D4EB18-9B2D-655B-5636-E14B16D99960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D514A-881B-C53D-32CB-F975305416B6}"/>
              </a:ext>
            </a:extLst>
          </p:cNvPr>
          <p:cNvSpPr txBox="1"/>
          <p:nvPr/>
        </p:nvSpPr>
        <p:spPr>
          <a:xfrm>
            <a:off x="763092" y="1674238"/>
            <a:ext cx="508664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 </a:t>
            </a:r>
            <a:r>
              <a:rPr lang="en-US" dirty="0" err="1"/>
              <a:t>DataSet</a:t>
            </a:r>
            <a:r>
              <a:rPr lang="en-US" dirty="0"/>
              <a:t> (MODIS </a:t>
            </a:r>
            <a:r>
              <a:rPr lang="en-US" dirty="0" err="1"/>
              <a:t>DataSet</a:t>
            </a:r>
            <a:r>
              <a:rPr lang="en-US" dirty="0"/>
              <a:t> from 2021-2023):</a:t>
            </a:r>
            <a:endParaRPr lang="en-IN" dirty="0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D4EA87-79DA-174F-F7E8-30A6236B5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16" y="2273610"/>
            <a:ext cx="10620375" cy="43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9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EE95-1E0C-50F8-8884-8D49C0174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ECFF00-8CA8-53AD-DB9D-014E9F67EBA9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C6DE3-2BF5-114E-9487-785363EC6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22" y="1454522"/>
            <a:ext cx="6569878" cy="502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B244CA-1E0B-F47D-1F1B-E6BE15C39E49}"/>
              </a:ext>
            </a:extLst>
          </p:cNvPr>
          <p:cNvSpPr txBox="1"/>
          <p:nvPr/>
        </p:nvSpPr>
        <p:spPr>
          <a:xfrm>
            <a:off x="255104" y="2819400"/>
            <a:ext cx="323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3) Data on Indian Map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4198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9489-48C1-E42C-E777-6C40C090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3CEF8-EB23-D9BE-F2D7-9806DA7ACED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C60701-A24E-3204-CFAC-63B4BA6C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416608"/>
            <a:ext cx="8801100" cy="41559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78861-04D3-62CB-BE4F-3E880858563A}"/>
              </a:ext>
            </a:extLst>
          </p:cNvPr>
          <p:cNvSpPr txBox="1"/>
          <p:nvPr/>
        </p:nvSpPr>
        <p:spPr>
          <a:xfrm>
            <a:off x="2400300" y="1735510"/>
            <a:ext cx="5952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4) Different </a:t>
            </a:r>
            <a:r>
              <a:rPr lang="en-US" sz="2000" dirty="0" err="1"/>
              <a:t>Alogorithms</a:t>
            </a:r>
            <a:r>
              <a:rPr lang="en-US" sz="2000" dirty="0"/>
              <a:t> and choosing best model:-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6553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57FD-8DE4-B432-457E-3D8603DF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A515AD-2B8A-181A-431D-47B934953B2C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BF7EC-9BE3-CDF2-33BB-12F056D7FD70}"/>
              </a:ext>
            </a:extLst>
          </p:cNvPr>
          <p:cNvSpPr txBox="1"/>
          <p:nvPr/>
        </p:nvSpPr>
        <p:spPr>
          <a:xfrm>
            <a:off x="723900" y="2664555"/>
            <a:ext cx="2956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5) </a:t>
            </a:r>
            <a:r>
              <a:rPr lang="en-US" sz="2400" dirty="0" err="1"/>
              <a:t>Streamlit</a:t>
            </a:r>
            <a:r>
              <a:rPr lang="en-US" sz="2400" dirty="0"/>
              <a:t> Model:-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F39058-2172-346C-6DA3-44F58AB1D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340" y="805396"/>
            <a:ext cx="6102625" cy="587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7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3387" y="1106703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A7A82-AB92-94B6-C933-1F848A7513D7}"/>
              </a:ext>
            </a:extLst>
          </p:cNvPr>
          <p:cNvSpPr txBox="1"/>
          <p:nvPr/>
        </p:nvSpPr>
        <p:spPr>
          <a:xfrm>
            <a:off x="457200" y="3733800"/>
            <a:ext cx="41296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Future Scope &amp; Improvements:  </a:t>
            </a:r>
            <a:endParaRPr lang="en-IN" sz="2000" dirty="0">
              <a:solidFill>
                <a:srgbClr val="213163"/>
              </a:solidFill>
            </a:endParaRPr>
          </a:p>
          <a:p>
            <a:endParaRPr lang="en-IN" sz="2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86D83B-3D4E-433B-10ED-B3A0E4A8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873" y="1775416"/>
            <a:ext cx="10746853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smart ML model using satellite data (2021–2023) to detect forest fires.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cleaning, EDA, SMOTE balancing &amp; tested multiple algorithms.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performed the best with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96% accuracy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authorities quickly classify fire events for faster response &amp; reduced environmental damage.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CE7C182-7E5A-7D3C-0D81-CD90E8C6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873" y="4441686"/>
            <a:ext cx="8704627" cy="151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model for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forest fire detection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live satellite feeds.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mobile/web apps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instant alerts to forest officers.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with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LSTM, CNN).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additional data like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weather, wind speed, humidity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predictions.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the model to </a:t>
            </a:r>
            <a:r>
              <a:rPr kumimoji="0" lang="en-US" altLang="en-US" sz="1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fire risk zones</a:t>
            </a:r>
            <a:r>
              <a:rPr kumimoji="0" lang="en-US" altLang="en-US" sz="1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advance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327</TotalTime>
  <Words>708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Laasika Reddy</cp:lastModifiedBy>
  <cp:revision>5</cp:revision>
  <dcterms:created xsi:type="dcterms:W3CDTF">2024-12-31T09:40:01Z</dcterms:created>
  <dcterms:modified xsi:type="dcterms:W3CDTF">2025-08-04T16:17:37Z</dcterms:modified>
</cp:coreProperties>
</file>